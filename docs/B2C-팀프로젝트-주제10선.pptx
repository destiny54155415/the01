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347472"/>
            <a:ext cx="7452360" cy="6163056"/>
          </a:xfrm>
          <a:prstGeom prst="roundRect">
            <a:avLst>
              <a:gd name="adj" fmla="val 8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6583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A072"/>
                </a:solidFill>
                <a:latin typeface="Malgun Gothic"/>
                <a:ea typeface="Malgun Gothic"/>
                <a:cs typeface="Malgun Gothic"/>
              </a:rPr>
              <a:t>SPRING BOOT   ·  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6751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바로 코딩하는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B2C 주제 10가지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400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5DEE4"/>
                </a:solidFill>
                <a:latin typeface="Malgun Gothic"/>
                <a:ea typeface="Malgun Gothic"/>
                <a:cs typeface="Malgun Gothic"/>
              </a:rPr>
              <a:t>회원, 상품, 주문만 있어도 데모가 됩니다.
MyBatis · JPA · REST API 중에서 골라 시작하면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417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쇼핑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4617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4617720"/>
            <a:ext cx="1417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예약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5344" y="4617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4617720"/>
            <a:ext cx="15544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6400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C4CC"/>
                </a:solidFill>
                <a:latin typeface="Malgun Gothic"/>
                <a:ea typeface="Malgun Gothic"/>
                <a:cs typeface="Malgun Gothic"/>
              </a:rPr>
              <a:t>팀원 3~4명  ·  한 학기 분량  ·  결제는 ‘주문 완료’로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38912"/>
            <a:ext cx="3657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이 자료의 순서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96012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960120"/>
            <a:ext cx="640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960120"/>
            <a:ext cx="26060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한눈에 보는 10개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47672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47672"/>
            <a:ext cx="640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47672"/>
            <a:ext cx="26060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쇼핑 · 예약 · 서비스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35224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935224"/>
            <a:ext cx="640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35224"/>
            <a:ext cx="26060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주제별 넣을 기능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22776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22776"/>
            <a:ext cx="640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922776"/>
            <a:ext cx="26060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스택 고르는 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910328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910328"/>
            <a:ext cx="640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910328"/>
            <a:ext cx="260604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역할 나누기와 추천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고르는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쉬운 주제는 구조가 같습니다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24128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아래 세 가지를 지키면 기능이 늘어도 팀이 헤매지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544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54480"/>
            <a:ext cx="3657600" cy="9144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8308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08483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도메인 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34640"/>
            <a:ext cx="31546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
상품 또는 예약 대상
주문 또는 예약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3255264" cy="86868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예: 회원 · 책 · 주문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5544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554480"/>
            <a:ext cx="3657600" cy="9144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78308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08483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화면 5개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834640"/>
            <a:ext cx="31546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목록
상세
담기 · 신청
내 내역
관리자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5074920"/>
            <a:ext cx="3255264" cy="86868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이 다섯 화면이면 발표가 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5544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54480"/>
            <a:ext cx="3657600" cy="9144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78308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08483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2차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834640"/>
            <a:ext cx="315468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실제 카드 결제
지도 · 배송 조회
채팅
알림톡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5074920"/>
            <a:ext cx="3255264" cy="86868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결제는 ‘주문 완료’ 상태로 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전체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주제 10개를 한 화면에서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17320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17320"/>
            <a:ext cx="2145731" cy="73152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18488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47672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87752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책을 고르고 주문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639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36391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0947" y="1417320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0947" y="1417320"/>
            <a:ext cx="2145731" cy="73152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8963" y="1618488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8963" y="1947672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8963" y="2587752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주문 후 매장 수령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8963" y="313639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8963" y="3136391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2982" y="1417320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2982" y="1417320"/>
            <a:ext cx="2145731" cy="73152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0998" y="1618488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0998" y="1947672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0998" y="2587752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개인 물품을 거래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50998" y="313639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0998" y="3136391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017" y="1417320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017" y="1417320"/>
            <a:ext cx="2145731" cy="73152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033" y="1618488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033" y="1947672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033" y="2587752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시간대 좌석 예약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43033" y="313639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033" y="3136391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7052" y="1417320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7052" y="1417320"/>
            <a:ext cx="2145731" cy="73152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5068" y="1618488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5068" y="1947672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5068" y="2587752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상영과 좌석 선택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5068" y="313639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5068" y="3136391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" y="3803904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" y="3803904"/>
            <a:ext cx="2145731" cy="73152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005072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334256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974336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회차·정원 신청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522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522976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30947" y="3803904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30947" y="3803904"/>
            <a:ext cx="2145731" cy="73152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58963" y="4005072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8963" y="4334256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58963" y="4974336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카테고리별 판매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58963" y="5522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58963" y="5522976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2982" y="3803904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2982" y="3803904"/>
            <a:ext cx="2145731" cy="73152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50998" y="4005072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0998" y="4334256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50998" y="4974336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매달 배송 구독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50998" y="5522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50998" y="5522976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017" y="3803904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15017" y="3803904"/>
            <a:ext cx="2145731" cy="73152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43033" y="4005072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033" y="4334256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033" y="4974336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시간 정해 맡기기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43033" y="5522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43033" y="5522976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7052" y="3803904"/>
            <a:ext cx="2145731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07052" y="3803904"/>
            <a:ext cx="2145731" cy="73152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5068" y="4005072"/>
            <a:ext cx="1889699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5068" y="4334256"/>
            <a:ext cx="1889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5068" y="4974336"/>
            <a:ext cx="18896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식당·인원 예약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35068" y="5522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5068" y="5522976"/>
            <a:ext cx="10515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세 갈래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쇼핑, 예약, 서비스로 나뉩니다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7160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71600"/>
            <a:ext cx="91440" cy="475488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쇼핑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574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물건을 담고 주문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606040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01  온라인 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191256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91256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03  중고 장터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776472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76472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07  펫 용품몰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6235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장바구니와 재고가 핵심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37160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371600"/>
            <a:ext cx="91440" cy="47548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예약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0574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시간과 자리를 선점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1144" y="2606040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606040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04  스터디카페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1144" y="3191256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3191256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05  영화 예매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3776472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3776472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06  원데이 클래스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81144" y="4361688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4361688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10  맛집 예약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56235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중복 예약만 막으면 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137160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1371600"/>
            <a:ext cx="91440" cy="475488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0574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신청하고 상태가 흐름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03336" y="2606040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2606040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02  카페 픽업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03336" y="3191256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191256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08  꽃·식물 구독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03336" y="3776472"/>
            <a:ext cx="3063240" cy="475488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3776472"/>
            <a:ext cx="28346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09  세탁 수거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56235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접수 → 진행 → 완료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쇼핑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담고, 주문하고, 재고가 줄어듭니다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53312"/>
            <a:ext cx="3657600" cy="64008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카테고리로 책을 보고 주문합니다.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도서·카테고리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검색, 상세, 리뷰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장바구니와 주문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나의 주문 내역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책, 주문, 주문상품이면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353312"/>
            <a:ext cx="3657600" cy="64008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4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회원이 물건을 올리고 다른 회원이 삽니다.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판매글과 사진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찜하기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2272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판매중 · 예약 ·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62272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내 판매와 내 구매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2272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판매 상태만 바꿔도 거래가 보입니다.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3296" y="1353312"/>
            <a:ext cx="3657600" cy="64008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5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536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15016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사료와 용품을 카테고리로 팝니다.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84464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상품과 재고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4464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카테고리 필터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84464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장바구니와 주문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84464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관리자 매출 조회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4464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상품 목록과 재고 수량만 있으면 됩니다.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예약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같은 자리, 같은 시간은 한 팀만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98448"/>
            <a:ext cx="5559552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559552" cy="6400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98448"/>
            <a:ext cx="34564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298448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66543"/>
            <a:ext cx="51572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날짜·시간을 고르고 좌석을 잡습니다.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42032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좌석 배치   ·   1시간 단위 슬롯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17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889503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겹치는 예약 거절   ·   나의 이용 내역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298448"/>
            <a:ext cx="5559552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298448"/>
            <a:ext cx="5559552" cy="6400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29844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298448"/>
            <a:ext cx="34564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6456" y="1298448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066543"/>
            <a:ext cx="51572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영화, 상영, 좌석 순서로 예매합니다.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2670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2542032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영화와 상영시간   ·   좌석 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017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889503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예매와 취소   ·   예매 번호 조회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858768"/>
            <a:ext cx="5559552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58768"/>
            <a:ext cx="5559552" cy="6400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5876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58768"/>
            <a:ext cx="34564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3858768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626864"/>
            <a:ext cx="51572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회차와 정원을 보고 신청합니다.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30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102352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클래스 소개   ·   회차와 정원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449824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신청과 취소   ·   수강 후기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3858768"/>
            <a:ext cx="5559552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3858768"/>
            <a:ext cx="5559552" cy="6400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385876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0024" y="3858768"/>
            <a:ext cx="345643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6456" y="3858768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626864"/>
            <a:ext cx="51572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식당, 인원, 시간을 예약합니다.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5230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5102352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식당과 메뉴   ·   영업시간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73952" y="55778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5449824"/>
            <a:ext cx="491947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인원 예약   ·   방문 리뷰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신청 한 번, 그 다음엔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53312"/>
            <a:ext cx="3657600" cy="64008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메뉴와 옵션을 고르고 매장에서 받습니다.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메뉴와 옵션(샷·사이즈)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 넣기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접수 → 제조 → 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오늘 주문 현황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메뉴, 주문, 제조 상태 순서로 만듭니다.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353312"/>
            <a:ext cx="3657600" cy="64008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4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플랜을 고르면 매달 배송됩니다.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구독 플랜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배송지 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2272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이번 회차 건너뛰기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62272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배송 이력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2272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플랜 하나와 배송 회차만 있으면 됩니다.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1353312"/>
            <a:ext cx="36576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3296" y="1353312"/>
            <a:ext cx="3657600" cy="64008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5" y="135331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536" y="1353312"/>
            <a:ext cx="1554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15016" y="1353312"/>
            <a:ext cx="1143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2121408"/>
            <a:ext cx="32552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주소와 시간을 정해 세탁을 맡깁니다.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84464" y="2724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2596896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요금표 조회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4464" y="3072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2944368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수거 신청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84464" y="3419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3291839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수거 → 세탁 → 배송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84464" y="37673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639312"/>
            <a:ext cx="30175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상태 변경 API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4464" y="5056632"/>
            <a:ext cx="3255264" cy="896112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50932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이렇게 시작하면 됩니다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385816"/>
            <a:ext cx="2926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신청 생성과 상태 변경이 본체입니다.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기술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무엇을 많이 다루느냐로 고릅니다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3657600" cy="4773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53312"/>
            <a:ext cx="3657600" cy="105156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1732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20240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중심은 관계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회원 – 주문 – 주문상품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990088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상영 – 좌석 – 예매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374136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클래스 – 회차 – 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58184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구독 – 회차 – 배송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297680"/>
            <a:ext cx="3145536" cy="141732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407408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잘 맞는 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0916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서점 · 중고 · 영화
클래스 · 구독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353312"/>
            <a:ext cx="3657600" cy="4773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353312"/>
            <a:ext cx="3657600" cy="105156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41732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1920240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중심은 조회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606040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시간대가 겹치는 좌석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990088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카테고리·재고 목록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374136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날짜별 예약 인원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758184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오늘 매출 합계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7136" y="4297680"/>
            <a:ext cx="3145536" cy="141732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407408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잘 맞는 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70916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· 스터디카페
펫용품 · 맛집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1353312"/>
            <a:ext cx="3657600" cy="4773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1353312"/>
            <a:ext cx="3657600" cy="105156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141732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REST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1920240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중심은 상태 변경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606040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신청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990088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상태 한 단계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374136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내 신청 목록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3758184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·  관리자 상태 변경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9327" y="4297680"/>
            <a:ext cx="3145536" cy="141732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407408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잘 맞는 주제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70916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세탁 수거
화면은 단순하게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292608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0116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팀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역할은 이렇게 나누면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회원 · 상품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9456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가입, 로그인
상품·매장·영화 등록
목록과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53619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53619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572768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주문 · 예약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19456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장바구니 또는 신청
중복·재고 검증
상태 변경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3619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53619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572768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관리자 · 내역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19456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마이페이지
주문·예약 조회
매출·정원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6576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처음이라면 이 세 개 중 하나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1148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114800"/>
            <a:ext cx="91440" cy="201168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7939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5720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0749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테이블 관계가 교과서와 같습니다.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41148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1104" y="4114800"/>
            <a:ext cx="91440" cy="201168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427939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5720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50749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상태가 짧아서 흐름이 보입니다.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41148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4114800"/>
            <a:ext cx="91440" cy="201168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27939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5720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50749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정원만 막으면 예약이 끝납니다.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스프링 부트 팀 프로젝트  ·  B2C 상품·서비스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65392"/>
            <a:ext cx="1508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9  /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B2C 팀 프로젝트 주제 10선</dc:title>
  <dc:subject>Spring Boot MyBatis JPA API</dc:subject>
  <dc:creator>팀 프로젝트 가이드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
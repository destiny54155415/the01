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6903720" cy="6126480"/>
          </a:xfrm>
          <a:prstGeom prst="roundRect">
            <a:avLst>
              <a:gd name="adj" fmla="val 8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60350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7A072"/>
                </a:solidFill>
                <a:latin typeface="Malgun Gothic"/>
                <a:ea typeface="Malgun Gothic"/>
                <a:cs typeface="Malgun Gothic"/>
              </a:rPr>
              <a:t>SPRING BOOT 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6126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D5DEE4"/>
                </a:solidFill>
                <a:latin typeface="Malgun Gothic"/>
                <a:ea typeface="Malgun Gothic"/>
                <a:cs typeface="Malgun Gothic"/>
              </a:rPr>
              <a:t>1번이 가장 쉽습니다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62179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쉬운 순으로 보는
B2C 주제 10개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60350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5D0D6"/>
                </a:solidFill>
                <a:latin typeface="Malgun Gothic"/>
                <a:ea typeface="Malgun Gothic"/>
                <a:cs typeface="Malgun Gothic"/>
              </a:rPr>
              <a:t>위에서부터 고르면 됩니다.
테이블이 적고, 규칙이 하나인 주제가 쉽습니다.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38912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쉬운 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932688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932688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932688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카페 픽업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932688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쉬움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463040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463040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1463040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쉬움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993391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93391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93391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맛집 예약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1993391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쉬움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523744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523744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23744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펫 용품몰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2523744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보통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054096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054096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054096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온라인 서점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3054096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보통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3584448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3584448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584448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꽃·식물 구독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3584448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보통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4114800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0688" y="4114800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114800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세탁 수거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4114800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보통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645152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0688" y="4645152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645152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중고 장터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4645152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어려움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80960" y="5175504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0688" y="5175504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175504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스터디카페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5175504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어려움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5705856"/>
            <a:ext cx="40690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0688" y="5705856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705856"/>
            <a:ext cx="2148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영화 예매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5705856"/>
            <a:ext cx="1234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어려움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29184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3774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순서의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쉬운 주제는 조건이 세 가지입니다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이 세 가지가 맞을수록 앞 번호입니다.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7373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737360"/>
            <a:ext cx="3657600" cy="109728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" y="20574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57400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084831"/>
            <a:ext cx="24688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테이블이 적다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1089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회원, 대상, 신청.
이 세 개면 충분합니다.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4709160"/>
            <a:ext cx="3145536" cy="100584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709160"/>
            <a:ext cx="28346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카페 픽업은 메뉴와 주문뿐입니다.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7373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737360"/>
            <a:ext cx="3657600" cy="109728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35424" y="20574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2057400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084831"/>
            <a:ext cx="24688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막는 규칙이 하나다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26080"/>
            <a:ext cx="31089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재고이거나, 정원이거나,
상태 변경 중 하나입니다.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4709160"/>
            <a:ext cx="3145536" cy="100584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0016" y="4709160"/>
            <a:ext cx="28346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클래스는 정원만 막으면 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173736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1737360"/>
            <a:ext cx="3657600" cy="109728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75904" y="20574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2057400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2084831"/>
            <a:ext cx="24688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화면이 한 줄이다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26080"/>
            <a:ext cx="31089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목록 → 신청 → 내 내역.
관리자는 등록만 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75904" y="4709160"/>
            <a:ext cx="3145536" cy="100584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4709160"/>
            <a:ext cx="28346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결제는 ‘주문 완료’로 충분합니다.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쉬운 순  ·  1번부터 고르면 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2  / 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29184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3774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쉬운 순  1–5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1번부터 5번, 먼저 보세요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80160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80160"/>
            <a:ext cx="109728" cy="932688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카페 픽업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55648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메뉴를 고르고, 주문 상태만 바꿉니다.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08176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메뉴 · 주문 ·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1554480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554480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304288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304288"/>
            <a:ext cx="109728" cy="932688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04288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95728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79776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회차를 고르고, 정원만 넘지 않게 받습니다.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432304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클래스 · 회차 · 신청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2578608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578608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328416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3328416"/>
            <a:ext cx="109728" cy="932688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28416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19856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맛집 예약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803904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식당, 시간, 인원만 받으면 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456432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식당 · 예약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60" y="3602736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3602736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4352544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" y="4352544"/>
            <a:ext cx="109728" cy="932688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52544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43983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펫 용품몰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828031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상품을 담고 주문하면 재고가 줄어듭니다.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480559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상품 · 장바구니 · 주문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4626864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4626864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5376672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" y="5376672"/>
            <a:ext cx="109728" cy="932688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376672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68112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온라인 서점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852160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펫 용품몰과 같고, 리뷰만 더합니다.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5504688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책 · 주문 · 리뷰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5650992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5650992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쉬운 순  ·  1번부터 고르면 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3  / 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29184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3774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쉬운 순  6–10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6번부터 10번, 그다음입니다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80160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80160"/>
            <a:ext cx="109728" cy="932688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꽃·식물 구독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55648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주문 대신, 매달 배송이 반복됩니다.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08176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플랜 · 회차 · 배송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1554480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1554480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304288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304288"/>
            <a:ext cx="109728" cy="932688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04288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95728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세탁 수거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79776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신청하고, 상태를 다음 단계로 옮깁니다.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432304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신청 · 상태 변경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2578608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578608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328416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3328416"/>
            <a:ext cx="109728" cy="932688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28416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19856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중고 장터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803904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파는 사람과 사는 사람이 모두 회원입니다.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456432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판매글 · 거래 상태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60" y="3602736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3602736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" y="4352544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" y="4352544"/>
            <a:ext cx="109728" cy="932688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52544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43983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스터디카페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828031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같은 좌석, 같은 시간은 한 명만 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480559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좌석 · 시간 · 겹침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4626864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4626864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MyBatis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5376672"/>
            <a:ext cx="11301984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" y="5376672"/>
            <a:ext cx="109728" cy="932688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376672"/>
            <a:ext cx="640080" cy="9326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68112"/>
            <a:ext cx="49377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영화 예매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852160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영화, 상영시간, 좌석이 한꺼번에 연결됩니다.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5504688"/>
            <a:ext cx="2103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영화 · 상영 · 좌석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5650992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5650992"/>
            <a:ext cx="12801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쉬운 순  ·  1번부터 고르면 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4  / 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29184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3774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고르기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처음이면 이 중에서 고르면 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1732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17320"/>
            <a:ext cx="3657600" cy="109728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91640"/>
            <a:ext cx="1097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카페 픽업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97180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가장 짧게 끝냅니다.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4747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메뉴를 보여주고, 주문 상태를 바꿉니다.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41732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417320"/>
            <a:ext cx="3657600" cy="109728"/>
          </a:xfrm>
          <a:prstGeom prst="rect">
            <a:avLst/>
          </a:prstGeom>
          <a:solidFill>
            <a:srgbClr val="1C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691640"/>
            <a:ext cx="1097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3774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원데이 클래스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97180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6B64"/>
                </a:solidFill>
                <a:latin typeface="Malgun Gothic"/>
                <a:ea typeface="Malgun Gothic"/>
                <a:cs typeface="Malgun Gothic"/>
              </a:rPr>
              <a:t>예약을 해보고 싶을 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4747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정원 숫자만 넘지 않게 막습니다.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417320"/>
            <a:ext cx="3657600" cy="109728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691640"/>
            <a:ext cx="1097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3774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펫 용품몰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97180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쇼핑몰을 해보고 싶을 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4747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장바구니와 재고만 있으면 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47091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역할은 항상 같습니다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5166360"/>
            <a:ext cx="3657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5216" y="5394960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5394960"/>
            <a:ext cx="658368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2" y="5285232"/>
            <a:ext cx="2514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5650992"/>
            <a:ext cx="2560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회원, 상품, 식당, 클래스를 등록하고 보여 줍니다.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9392" y="5166360"/>
            <a:ext cx="3657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5394960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5394960"/>
            <a:ext cx="658368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5285232"/>
            <a:ext cx="2514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신청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2" y="5650992"/>
            <a:ext cx="2560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주문이나 예약을 넣고, 규칙 하나를 검사합니다.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2" y="5166360"/>
            <a:ext cx="3657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66176" y="5394960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B2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5394960"/>
            <a:ext cx="658368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5285232"/>
            <a:ext cx="2514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내역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5650992"/>
            <a:ext cx="2560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나의 신청과 관리자 목록을 보여 줍니다.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쉬운 순  ·  1번부터 고르면 됩니다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5  /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29184"/>
            <a:ext cx="256032" cy="91440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3774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6A2C"/>
                </a:solidFill>
                <a:latin typeface="Malgun Gothic"/>
                <a:ea typeface="Malgun Gothic"/>
                <a:cs typeface="Malgun Gothic"/>
              </a:rPr>
              <a:t>뒤쪽 번호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8번부터는 규칙이 하나 더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1155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앞의 7개를 이해한 다음에 고르면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691640"/>
            <a:ext cx="1130198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691640"/>
            <a:ext cx="109728" cy="141732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22960" cy="1417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92808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중고 장터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47672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회원이 양쪽입니다.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04872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판매 글과 구매가 서로 다른 사람입니다. 상태도 판매중, 예약, 완료로 나뉩니다.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246120"/>
            <a:ext cx="1130198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246120"/>
            <a:ext cx="109728" cy="141732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822960" cy="1417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47288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스터디카페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502152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시간이 겹치면 안 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59352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좌석과 시간을 같이 저장하고, 이미 잡힌 자리는 거절해야 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4800600"/>
            <a:ext cx="1130198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4800600"/>
            <a:ext cx="109728" cy="1417320"/>
          </a:xfrm>
          <a:prstGeom prst="rect">
            <a:avLst/>
          </a:prstGeom>
          <a:solidFill>
            <a:srgbClr val="2A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822960" cy="1417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001768"/>
            <a:ext cx="5486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E3C"/>
                </a:solidFill>
                <a:latin typeface="Malgun Gothic"/>
                <a:ea typeface="Malgun Gothic"/>
                <a:cs typeface="Malgun Gothic"/>
              </a:rPr>
              <a:t>영화 예매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56632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4C78"/>
                </a:solidFill>
                <a:latin typeface="Malgun Gothic"/>
                <a:ea typeface="Malgun Gothic"/>
                <a:cs typeface="Malgun Gothic"/>
              </a:rPr>
              <a:t>연결이 세 단계입니다.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513832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830"/>
                </a:solidFill>
                <a:latin typeface="Malgun Gothic"/>
                <a:ea typeface="Malgun Gothic"/>
                <a:cs typeface="Malgun Gothic"/>
              </a:rPr>
              <a:t>영화 아래에 상영이 있고, 상영 아래에 좌석이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547104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쉬운 순  ·  1번부터 고르면 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6547104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870"/>
                </a:solidFill>
                <a:latin typeface="Malgun Gothic"/>
                <a:ea typeface="Malgun Gothic"/>
                <a:cs typeface="Malgun Gothic"/>
              </a:rPr>
              <a:t>6  /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쉬운 순으로 보는 B2C 주제 10개</dc:title>
  <dc:subject>Spring Boot MyBatis JPA API</dc:subject>
  <dc:creator>팀 프로젝트 가이드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
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6903720" cy="6163056"/>
          </a:xfrm>
          <a:prstGeom prst="roundRect">
            <a:avLst>
              <a:gd name="adj" fmla="val 8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A072"/>
                </a:solidFill>
                <a:latin typeface="Malgun Gothic"/>
                <a:ea typeface="Malgun Gothic"/>
                <a:cs typeface="Malgun Gothic"/>
              </a:rPr>
              <a:t>프로젝트 II   ·   SPRING   ·   4명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6126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D5DEE4"/>
                </a:solidFill>
                <a:latin typeface="Malgun Gothic"/>
                <a:ea typeface="Malgun Gothic"/>
                <a:cs typeface="Malgun Gothic"/>
              </a:rPr>
              <a:t>1번이 가장 쉽습니다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6217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4명이 코딩하는
B2C 주제 10개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60350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6"/>
                </a:solidFill>
                <a:latin typeface="Malgun Gothic"/>
                <a:ea typeface="Malgun Gothic"/>
                <a:cs typeface="Malgun Gothic"/>
              </a:rPr>
              <a:t>쉬운 순입니다.
관리자, 도로명 주소, 모바일, 고도화는
모든 주제에 들어갑니다.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84048"/>
            <a:ext cx="4114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쉬운 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82296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82296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82296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카페 배달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82296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쉬움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37160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137160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쉬움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92024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2024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92024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맛집 예약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92024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쉬움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468879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468879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468879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468879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01752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01752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01752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01752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56616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56616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56616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꽃·식물 구독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56616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11480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411480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411480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세탁 수거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411480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66344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66344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66344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466344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0" y="521208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521208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521208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521208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5760720"/>
            <a:ext cx="406908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5760720"/>
            <a:ext cx="53035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5760720"/>
            <a:ext cx="21945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5760720"/>
            <a:ext cx="11704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10896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19456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과목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주제만 바뀌고, 4명의 일은 같습니다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3444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34440"/>
            <a:ext cx="3657600" cy="9144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44752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설계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659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추가 요구분석
DB 설계
Use Case · Sequence
기능정의서 · 화면연결도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3444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234440"/>
            <a:ext cx="3657600" cy="9144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444752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반드시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9659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사용자 화면
관리자 페이지
도로명 주소 검색
모바일 브라우저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23444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234440"/>
            <a:ext cx="3657600" cy="9144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444752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고도화 1가지
테스트 130시간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069080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79392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279392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15968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가입, 로그인
주소 검색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46704" y="4069080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9584" y="4279392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279392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7952" y="4315968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49834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메뉴, 책, 식당
클래스 등록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4069080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37376" y="4279392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4279392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744" y="4315968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신청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9834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 또는 예약
규칙 하나 검사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62288" y="4069080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45168" y="4279392"/>
            <a:ext cx="530352" cy="530352"/>
          </a:xfrm>
          <a:prstGeom prst="roundRect">
            <a:avLst>
              <a:gd name="adj" fmla="val 20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4279392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4315968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49834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목록, 상태 변경
고도화 1개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6547104"/>
            <a:ext cx="8229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프로젝트 II  ·  4명  ·  1번부터 고르면 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2  / 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10896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19456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쉬운 순  1–5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1번부터 5번, 먼저 보세요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07008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07008"/>
            <a:ext cx="109728" cy="96012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80160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배달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9344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메뉴를 고르고, 배달 상태만 바꿉니다.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8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회원·주소   B 메뉴   C 주문   D 관리자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481328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481328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249424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249424"/>
            <a:ext cx="109728" cy="96012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49424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22576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651760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회차를 고르고, 정원만 넘지 않게 받습니다.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89504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   B 클래스   C 신청   D 관리자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523744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523744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291839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291839"/>
            <a:ext cx="109728" cy="96012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91839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364991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맛집 예약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694176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식당, 시간, 인원만 받으면 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31920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   B 식당   C 예약   D 관리자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3566159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3566159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4334255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4334255"/>
            <a:ext cx="109728" cy="96012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34255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407407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736592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담고 주문하면 재고가 줄어듭니다. 배송지가 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974336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회원·배송지   B 상품   C 주문   D 관리자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4608575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608575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5376671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" y="5376671"/>
            <a:ext cx="109728" cy="96012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76671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449823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779007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펫 용품몰과 같고, 리뷰만 더합니다.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6016751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회원·배송지   B 도서   C 주문   D 관리자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5650991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5650991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547104"/>
            <a:ext cx="8229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프로젝트 II  ·  4명  ·  1번부터 고르면 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3  / 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10896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19456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쉬운 순  6–10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6번부터 10번, 그다음입니다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07008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07008"/>
            <a:ext cx="109728" cy="96012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80160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꽃·식물 구독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9344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한 번 주문이 아니라 매달 배송입니다.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8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회원·배송지   B 플랜   C 회차   D 관리자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481328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481328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249424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249424"/>
            <a:ext cx="109728" cy="96012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49424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22576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세탁 수거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651760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수거 주소를 받고, 상태를 다음 단계로 옮깁니다.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89504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회원·주소   B 요금   C 신청   D 관리자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523744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523744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291839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291839"/>
            <a:ext cx="109728" cy="96012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91839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364991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694176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파는 회원과 사는 회원이 둘 다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31920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   B 판매글   C 거래   D 관리자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3566159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3566159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4334255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4334255"/>
            <a:ext cx="109728" cy="96012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34255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407407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736592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같은 좌석, 같은 시간은 한 명만 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974336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   B 좌석   C 예약   D 관리자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4608575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608575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5376671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" y="5376671"/>
            <a:ext cx="109728" cy="96012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76671"/>
            <a:ext cx="6400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449823"/>
            <a:ext cx="60350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779007"/>
            <a:ext cx="75895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영화, 상영시간, 좌석이 한꺼번에 연결됩니다.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6016751"/>
            <a:ext cx="7772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A 회원   B 영화   C 예매   D 관리자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5650991"/>
            <a:ext cx="1298448" cy="384048"/>
          </a:xfrm>
          <a:prstGeom prst="roundRect">
            <a:avLst>
              <a:gd name="adj" fmla="val 4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5650991"/>
            <a:ext cx="12984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547104"/>
            <a:ext cx="8229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프로젝트 II  ·  4명  ·  1번부터 고르면 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4  / 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10896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19456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4명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처음이면 이 세 개 중 하나입니다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34440"/>
            <a:ext cx="36576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34440"/>
            <a:ext cx="3657600" cy="9144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1005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481328"/>
            <a:ext cx="2331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배달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148840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회원, 로그인, 배달 주소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7919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7919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679192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메뉴와 옵션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0954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0954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209544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주문, 접수에서 배달완료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3989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3989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3739896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 목록, 오늘 매출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74920"/>
            <a:ext cx="3218688" cy="8686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2926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고도화  오늘 많이 팔린 메뉴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1234440"/>
            <a:ext cx="36576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1234440"/>
            <a:ext cx="3657600" cy="91440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1444752"/>
            <a:ext cx="1005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1481328"/>
            <a:ext cx="2331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2148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214884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2148840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회원, 로그인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8848" y="267919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267919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2679192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클래스와 회차, 공방 주소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98848" y="320954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20954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4" y="3209544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신청, 정원 초과 거절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8848" y="373989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373989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2624" y="3739896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회차 마감 현황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98848" y="5074920"/>
            <a:ext cx="3218688" cy="8686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5074920"/>
            <a:ext cx="2926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고도화  마감 임박 표시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19872" y="1234440"/>
            <a:ext cx="365760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19872" y="1234440"/>
            <a:ext cx="3657600" cy="9144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8" y="1444752"/>
            <a:ext cx="1005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1481328"/>
            <a:ext cx="2331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39328" y="2148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8" y="214884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3104" y="2148840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회원, 배송지 주소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9328" y="267919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8" y="267919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33104" y="2679192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상품, 카테고리, 재고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39328" y="320954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8" y="320954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3104" y="3209544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장바구니와 주문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39328" y="373989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8" y="373989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33104" y="3739896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 목록, 매출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39328" y="5074920"/>
            <a:ext cx="3218688" cy="8686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5632" y="5074920"/>
            <a:ext cx="29260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고도화  재고 부족 목록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6547104"/>
            <a:ext cx="8229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프로젝트 II  ·  4명  ·  1번부터 고르면 됩니다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5  /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10896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19456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뒤쪽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8번부터는 4명이 같은 규칙을 같이 만집니다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78992"/>
            <a:ext cx="10972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1번부터 7번은 맡은 화면이 거의 겹치지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54480"/>
            <a:ext cx="113019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554480"/>
            <a:ext cx="109728" cy="148132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822960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55648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92224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회원이 두 역할입니다.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04288"/>
            <a:ext cx="96012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한 사람은 판매 글을 올리고, 다른 사람은 그 글을 삽니다. 거래 상태도 같이 바꿉니다.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163824"/>
            <a:ext cx="113019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163824"/>
            <a:ext cx="109728" cy="148132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63824"/>
            <a:ext cx="822960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64992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01568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좌석과 시간이 묶입니다.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13632"/>
            <a:ext cx="96012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예약할 때 이미 잡힌 자리인지 확인해야 합니다. 이 검사는 C가 만들고 D의 관리 화면과 연결됩니다.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773168"/>
            <a:ext cx="113019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4773168"/>
            <a:ext cx="109728" cy="148132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773168"/>
            <a:ext cx="822960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974336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010912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연결이 세 단계입니다.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522976"/>
            <a:ext cx="96012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 아래에 상영이 있고, 상영 아래에 좌석이 있습니다. B와 C가 같은 테이블을 자주 고칩니다.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547104"/>
            <a:ext cx="8229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프로젝트 II  ·  4명  ·  1번부터 고르면 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6  /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4명이 코딩하는 B2C 주제 10개</dc:title>
  <dc:subject>프로젝트 II Spring Framework</dc:subject>
  <dc:creator>팀 프로젝트 가이드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